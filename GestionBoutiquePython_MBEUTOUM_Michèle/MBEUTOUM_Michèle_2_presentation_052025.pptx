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55" r:id="rId1"/>
  </p:sldMasterIdLst>
  <p:notesMasterIdLst>
    <p:notesMasterId r:id="rId19"/>
  </p:notesMasterIdLst>
  <p:sldIdLst>
    <p:sldId id="256" r:id="rId2"/>
    <p:sldId id="257" r:id="rId3"/>
    <p:sldId id="264" r:id="rId4"/>
    <p:sldId id="265" r:id="rId5"/>
    <p:sldId id="266" r:id="rId6"/>
    <p:sldId id="258" r:id="rId7"/>
    <p:sldId id="268" r:id="rId8"/>
    <p:sldId id="260" r:id="rId9"/>
    <p:sldId id="270" r:id="rId10"/>
    <p:sldId id="271" r:id="rId11"/>
    <p:sldId id="261" r:id="rId12"/>
    <p:sldId id="274" r:id="rId13"/>
    <p:sldId id="269" r:id="rId14"/>
    <p:sldId id="273" r:id="rId15"/>
    <p:sldId id="262" r:id="rId16"/>
    <p:sldId id="275" r:id="rId17"/>
    <p:sldId id="276" r:id="rId18"/>
  </p:sldIdLst>
  <p:sldSz cx="9144000" cy="5143500" type="screen16x9"/>
  <p:notesSz cx="6858000" cy="9144000"/>
  <p:embeddedFontLst>
    <p:embeddedFont>
      <p:font typeface="Helvetica 75 Bold" panose="020B0804020202020204" pitchFamily="34" charset="0"/>
      <p:bold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Trebuchet MS" panose="020B0603020202020204" pitchFamily="34" charset="0"/>
      <p:regular r:id="rId25"/>
      <p:bold r:id="rId26"/>
      <p:italic r:id="rId27"/>
      <p:boldItalic r:id="rId28"/>
    </p:embeddedFont>
    <p:embeddedFont>
      <p:font typeface="Wingdings 3" panose="05040102010807070707" pitchFamily="18" charset="2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911D"/>
    <a:srgbClr val="004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7CB5F3-138E-416A-92D3-BB9DE66EFFCC}" v="28" dt="2025-05-23T13:08:40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BEUTOUM NYA Michele Christine DO/DOIDF" userId="233c9d46-0c97-4eec-92a6-1ba42ff59991" providerId="ADAL" clId="{E07CB5F3-138E-416A-92D3-BB9DE66EFFCC}"/>
    <pc:docChg chg="undo custSel addSld delSld modSld sldOrd modMainMaster">
      <pc:chgData name="MBEUTOUM NYA Michele Christine DO/DOIDF" userId="233c9d46-0c97-4eec-92a6-1ba42ff59991" providerId="ADAL" clId="{E07CB5F3-138E-416A-92D3-BB9DE66EFFCC}" dt="2025-06-06T07:55:34.879" v="6656"/>
      <pc:docMkLst>
        <pc:docMk/>
      </pc:docMkLst>
      <pc:sldChg chg="addSp delSp modSp mod">
        <pc:chgData name="MBEUTOUM NYA Michele Christine DO/DOIDF" userId="233c9d46-0c97-4eec-92a6-1ba42ff59991" providerId="ADAL" clId="{E07CB5F3-138E-416A-92D3-BB9DE66EFFCC}" dt="2025-05-23T13:38:16.689" v="6416" actId="1036"/>
        <pc:sldMkLst>
          <pc:docMk/>
          <pc:sldMk cId="0" sldId="256"/>
        </pc:sldMkLst>
        <pc:spChg chg="add mod">
          <ac:chgData name="MBEUTOUM NYA Michele Christine DO/DOIDF" userId="233c9d46-0c97-4eec-92a6-1ba42ff59991" providerId="ADAL" clId="{E07CB5F3-138E-416A-92D3-BB9DE66EFFCC}" dt="2025-05-23T13:33:53.079" v="6387" actId="1076"/>
          <ac:spMkLst>
            <pc:docMk/>
            <pc:sldMk cId="0" sldId="256"/>
            <ac:spMk id="4" creationId="{B0A1F843-4DD5-17F8-41EE-2253F3D5FCF8}"/>
          </ac:spMkLst>
        </pc:spChg>
        <pc:spChg chg="mod ord">
          <ac:chgData name="MBEUTOUM NYA Michele Christine DO/DOIDF" userId="233c9d46-0c97-4eec-92a6-1ba42ff59991" providerId="ADAL" clId="{E07CB5F3-138E-416A-92D3-BB9DE66EFFCC}" dt="2025-05-23T13:38:16.689" v="6416" actId="1036"/>
          <ac:spMkLst>
            <pc:docMk/>
            <pc:sldMk cId="0" sldId="256"/>
            <ac:spMk id="54" creationId="{00000000-0000-0000-0000-000000000000}"/>
          </ac:spMkLst>
        </pc:spChg>
        <pc:spChg chg="del mod">
          <ac:chgData name="MBEUTOUM NYA Michele Christine DO/DOIDF" userId="233c9d46-0c97-4eec-92a6-1ba42ff59991" providerId="ADAL" clId="{E07CB5F3-138E-416A-92D3-BB9DE66EFFCC}" dt="2025-05-23T13:17:32.292" v="6315" actId="478"/>
          <ac:spMkLst>
            <pc:docMk/>
            <pc:sldMk cId="0" sldId="256"/>
            <ac:spMk id="55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2T07:08:37.839" v="173" actId="2763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2T07:08:41.664" v="176" actId="27636"/>
          <ac:spMkLst>
            <pc:docMk/>
            <pc:sldMk cId="0" sldId="256"/>
            <ac:spMk id="57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13:34:54.849" v="6414" actId="27636"/>
          <ac:spMkLst>
            <pc:docMk/>
            <pc:sldMk cId="0" sldId="256"/>
            <ac:spMk id="58" creationId="{00000000-0000-0000-0000-000000000000}"/>
          </ac:spMkLst>
        </pc:spChg>
        <pc:picChg chg="add del mod ord">
          <ac:chgData name="MBEUTOUM NYA Michele Christine DO/DOIDF" userId="233c9d46-0c97-4eec-92a6-1ba42ff59991" providerId="ADAL" clId="{E07CB5F3-138E-416A-92D3-BB9DE66EFFCC}" dt="2025-05-23T13:29:18.051" v="6369" actId="478"/>
          <ac:picMkLst>
            <pc:docMk/>
            <pc:sldMk cId="0" sldId="256"/>
            <ac:picMk id="3" creationId="{B5CE03B2-08BA-B3FA-B535-BDD801CDDEA7}"/>
          </ac:picMkLst>
        </pc:picChg>
        <pc:picChg chg="add del mod">
          <ac:chgData name="MBEUTOUM NYA Michele Christine DO/DOIDF" userId="233c9d46-0c97-4eec-92a6-1ba42ff59991" providerId="ADAL" clId="{E07CB5F3-138E-416A-92D3-BB9DE66EFFCC}" dt="2025-05-23T13:30:44.432" v="6373" actId="478"/>
          <ac:picMkLst>
            <pc:docMk/>
            <pc:sldMk cId="0" sldId="256"/>
            <ac:picMk id="6" creationId="{AC6E2089-67B3-4586-4B5C-959458DC5333}"/>
          </ac:picMkLst>
        </pc:picChg>
        <pc:picChg chg="add mod">
          <ac:chgData name="MBEUTOUM NYA Michele Christine DO/DOIDF" userId="233c9d46-0c97-4eec-92a6-1ba42ff59991" providerId="ADAL" clId="{E07CB5F3-138E-416A-92D3-BB9DE66EFFCC}" dt="2025-05-23T13:33:42.805" v="6385" actId="1076"/>
          <ac:picMkLst>
            <pc:docMk/>
            <pc:sldMk cId="0" sldId="256"/>
            <ac:picMk id="8" creationId="{F1189B73-00A7-2752-6E6F-4B0605F9EC34}"/>
          </ac:picMkLst>
        </pc:picChg>
      </pc:sldChg>
      <pc:sldChg chg="modSp mod">
        <pc:chgData name="MBEUTOUM NYA Michele Christine DO/DOIDF" userId="233c9d46-0c97-4eec-92a6-1ba42ff59991" providerId="ADAL" clId="{E07CB5F3-138E-416A-92D3-BB9DE66EFFCC}" dt="2025-05-23T13:56:17.346" v="6551" actId="14100"/>
        <pc:sldMkLst>
          <pc:docMk/>
          <pc:sldMk cId="0" sldId="257"/>
        </pc:sldMkLst>
        <pc:spChg chg="mod">
          <ac:chgData name="MBEUTOUM NYA Michele Christine DO/DOIDF" userId="233c9d46-0c97-4eec-92a6-1ba42ff59991" providerId="ADAL" clId="{E07CB5F3-138E-416A-92D3-BB9DE66EFFCC}" dt="2025-05-23T13:48:38.509" v="6509" actId="313"/>
          <ac:spMkLst>
            <pc:docMk/>
            <pc:sldMk cId="0" sldId="257"/>
            <ac:spMk id="63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13:56:17.346" v="6551" actId="14100"/>
          <ac:spMkLst>
            <pc:docMk/>
            <pc:sldMk cId="0" sldId="257"/>
            <ac:spMk id="65" creationId="{00000000-0000-0000-0000-000000000000}"/>
          </ac:spMkLst>
        </pc:spChg>
      </pc:sldChg>
      <pc:sldChg chg="modSp mod">
        <pc:chgData name="MBEUTOUM NYA Michele Christine DO/DOIDF" userId="233c9d46-0c97-4eec-92a6-1ba42ff59991" providerId="ADAL" clId="{E07CB5F3-138E-416A-92D3-BB9DE66EFFCC}" dt="2025-05-23T13:49:35.148" v="6527" actId="2"/>
        <pc:sldMkLst>
          <pc:docMk/>
          <pc:sldMk cId="0" sldId="258"/>
        </pc:sldMkLst>
        <pc:spChg chg="mod">
          <ac:chgData name="MBEUTOUM NYA Michele Christine DO/DOIDF" userId="233c9d46-0c97-4eec-92a6-1ba42ff59991" providerId="ADAL" clId="{E07CB5F3-138E-416A-92D3-BB9DE66EFFCC}" dt="2025-05-23T13:49:35.148" v="6527" actId="2"/>
          <ac:spMkLst>
            <pc:docMk/>
            <pc:sldMk cId="0" sldId="258"/>
            <ac:spMk id="71" creationId="{00000000-0000-0000-0000-000000000000}"/>
          </ac:spMkLst>
        </pc:spChg>
      </pc:sldChg>
      <pc:sldChg chg="del">
        <pc:chgData name="MBEUTOUM NYA Michele Christine DO/DOIDF" userId="233c9d46-0c97-4eec-92a6-1ba42ff59991" providerId="ADAL" clId="{E07CB5F3-138E-416A-92D3-BB9DE66EFFCC}" dt="2025-05-23T12:58:44.802" v="6261" actId="47"/>
        <pc:sldMkLst>
          <pc:docMk/>
          <pc:sldMk cId="0" sldId="259"/>
        </pc:sldMkLst>
      </pc:sldChg>
      <pc:sldChg chg="addSp delSp modSp mod">
        <pc:chgData name="MBEUTOUM NYA Michele Christine DO/DOIDF" userId="233c9d46-0c97-4eec-92a6-1ba42ff59991" providerId="ADAL" clId="{E07CB5F3-138E-416A-92D3-BB9DE66EFFCC}" dt="2025-05-23T14:00:27.455" v="6557" actId="1076"/>
        <pc:sldMkLst>
          <pc:docMk/>
          <pc:sldMk cId="0" sldId="260"/>
        </pc:sldMkLst>
        <pc:spChg chg="add mod">
          <ac:chgData name="MBEUTOUM NYA Michele Christine DO/DOIDF" userId="233c9d46-0c97-4eec-92a6-1ba42ff59991" providerId="ADAL" clId="{E07CB5F3-138E-416A-92D3-BB9DE66EFFCC}" dt="2025-05-23T13:41:06.844" v="6481" actId="1076"/>
          <ac:spMkLst>
            <pc:docMk/>
            <pc:sldMk cId="0" sldId="260"/>
            <ac:spMk id="6" creationId="{FC97EC46-EEA3-DBD1-11FD-BD48CAB7EEA8}"/>
          </ac:spMkLst>
        </pc:spChg>
        <pc:spChg chg="add mod">
          <ac:chgData name="MBEUTOUM NYA Michele Christine DO/DOIDF" userId="233c9d46-0c97-4eec-92a6-1ba42ff59991" providerId="ADAL" clId="{E07CB5F3-138E-416A-92D3-BB9DE66EFFCC}" dt="2025-05-23T13:41:15.346" v="6485" actId="20577"/>
          <ac:spMkLst>
            <pc:docMk/>
            <pc:sldMk cId="0" sldId="260"/>
            <ac:spMk id="9" creationId="{6B2857D8-81B6-9EA3-CA77-C981688806AA}"/>
          </ac:spMkLst>
        </pc:spChg>
        <pc:spChg chg="del">
          <ac:chgData name="MBEUTOUM NYA Michele Christine DO/DOIDF" userId="233c9d46-0c97-4eec-92a6-1ba42ff59991" providerId="ADAL" clId="{E07CB5F3-138E-416A-92D3-BB9DE66EFFCC}" dt="2025-05-22T09:07:08.528" v="2836" actId="478"/>
          <ac:spMkLst>
            <pc:docMk/>
            <pc:sldMk cId="0" sldId="260"/>
            <ac:spMk id="88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13:40:29.742" v="6475" actId="115"/>
          <ac:spMkLst>
            <pc:docMk/>
            <pc:sldMk cId="0" sldId="260"/>
            <ac:spMk id="90" creationId="{00000000-0000-0000-0000-000000000000}"/>
          </ac:spMkLst>
        </pc:spChg>
        <pc:picChg chg="add del mod">
          <ac:chgData name="MBEUTOUM NYA Michele Christine DO/DOIDF" userId="233c9d46-0c97-4eec-92a6-1ba42ff59991" providerId="ADAL" clId="{E07CB5F3-138E-416A-92D3-BB9DE66EFFCC}" dt="2025-05-22T09:01:04.563" v="2626" actId="22"/>
          <ac:picMkLst>
            <pc:docMk/>
            <pc:sldMk cId="0" sldId="260"/>
            <ac:picMk id="3" creationId="{B4B6910D-DD17-28D0-8172-9585EECEDD84}"/>
          </ac:picMkLst>
        </pc:picChg>
        <pc:picChg chg="add del mod">
          <ac:chgData name="MBEUTOUM NYA Michele Christine DO/DOIDF" userId="233c9d46-0c97-4eec-92a6-1ba42ff59991" providerId="ADAL" clId="{E07CB5F3-138E-416A-92D3-BB9DE66EFFCC}" dt="2025-05-22T09:04:42.846" v="2825" actId="478"/>
          <ac:picMkLst>
            <pc:docMk/>
            <pc:sldMk cId="0" sldId="260"/>
            <ac:picMk id="5" creationId="{46E4DFC8-71A2-418A-3ACA-65857CB5799C}"/>
          </ac:picMkLst>
        </pc:picChg>
        <pc:picChg chg="add mod">
          <ac:chgData name="MBEUTOUM NYA Michele Christine DO/DOIDF" userId="233c9d46-0c97-4eec-92a6-1ba42ff59991" providerId="ADAL" clId="{E07CB5F3-138E-416A-92D3-BB9DE66EFFCC}" dt="2025-05-23T14:00:27.455" v="6557" actId="1076"/>
          <ac:picMkLst>
            <pc:docMk/>
            <pc:sldMk cId="0" sldId="260"/>
            <ac:picMk id="8" creationId="{6A28FC44-8620-B047-426C-5FA342DEC743}"/>
          </ac:picMkLst>
        </pc:picChg>
      </pc:sldChg>
      <pc:sldChg chg="addSp delSp modSp mod ord">
        <pc:chgData name="MBEUTOUM NYA Michele Christine DO/DOIDF" userId="233c9d46-0c97-4eec-92a6-1ba42ff59991" providerId="ADAL" clId="{E07CB5F3-138E-416A-92D3-BB9DE66EFFCC}" dt="2025-05-23T14:01:00.283" v="6563"/>
        <pc:sldMkLst>
          <pc:docMk/>
          <pc:sldMk cId="0" sldId="261"/>
        </pc:sldMkLst>
        <pc:spChg chg="mod">
          <ac:chgData name="MBEUTOUM NYA Michele Christine DO/DOIDF" userId="233c9d46-0c97-4eec-92a6-1ba42ff59991" providerId="ADAL" clId="{E07CB5F3-138E-416A-92D3-BB9DE66EFFCC}" dt="2025-05-23T09:39:53.661" v="4076" actId="20577"/>
          <ac:spMkLst>
            <pc:docMk/>
            <pc:sldMk cId="0" sldId="261"/>
            <ac:spMk id="96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09:46:03.152" v="4408" actId="20577"/>
          <ac:spMkLst>
            <pc:docMk/>
            <pc:sldMk cId="0" sldId="261"/>
            <ac:spMk id="98" creationId="{00000000-0000-0000-0000-000000000000}"/>
          </ac:spMkLst>
        </pc:spChg>
        <pc:picChg chg="add del mod">
          <ac:chgData name="MBEUTOUM NYA Michele Christine DO/DOIDF" userId="233c9d46-0c97-4eec-92a6-1ba42ff59991" providerId="ADAL" clId="{E07CB5F3-138E-416A-92D3-BB9DE66EFFCC}" dt="2025-05-23T09:40:06.297" v="4078" actId="478"/>
          <ac:picMkLst>
            <pc:docMk/>
            <pc:sldMk cId="0" sldId="261"/>
            <ac:picMk id="3" creationId="{0AF63C44-B7D4-00BA-D733-2EEF5C796AE8}"/>
          </ac:picMkLst>
        </pc:picChg>
        <pc:picChg chg="add mod">
          <ac:chgData name="MBEUTOUM NYA Michele Christine DO/DOIDF" userId="233c9d46-0c97-4eec-92a6-1ba42ff59991" providerId="ADAL" clId="{E07CB5F3-138E-416A-92D3-BB9DE66EFFCC}" dt="2025-05-23T09:43:37.826" v="4250" actId="1076"/>
          <ac:picMkLst>
            <pc:docMk/>
            <pc:sldMk cId="0" sldId="261"/>
            <ac:picMk id="5" creationId="{8565892C-50A7-B9C3-E136-522F53F2419B}"/>
          </ac:picMkLst>
        </pc:picChg>
      </pc:sldChg>
      <pc:sldChg chg="modSp mod">
        <pc:chgData name="MBEUTOUM NYA Michele Christine DO/DOIDF" userId="233c9d46-0c97-4eec-92a6-1ba42ff59991" providerId="ADAL" clId="{E07CB5F3-138E-416A-92D3-BB9DE66EFFCC}" dt="2025-05-30T10:45:07.494" v="6645" actId="20577"/>
        <pc:sldMkLst>
          <pc:docMk/>
          <pc:sldMk cId="0" sldId="262"/>
        </pc:sldMkLst>
        <pc:spChg chg="mod">
          <ac:chgData name="MBEUTOUM NYA Michele Christine DO/DOIDF" userId="233c9d46-0c97-4eec-92a6-1ba42ff59991" providerId="ADAL" clId="{E07CB5F3-138E-416A-92D3-BB9DE66EFFCC}" dt="2025-05-23T10:59:59.532" v="5180" actId="122"/>
          <ac:spMkLst>
            <pc:docMk/>
            <pc:sldMk cId="0" sldId="262"/>
            <ac:spMk id="104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30T10:45:07.494" v="6645" actId="20577"/>
          <ac:spMkLst>
            <pc:docMk/>
            <pc:sldMk cId="0" sldId="262"/>
            <ac:spMk id="106" creationId="{00000000-0000-0000-0000-000000000000}"/>
          </ac:spMkLst>
        </pc:spChg>
      </pc:sldChg>
      <pc:sldChg chg="add del">
        <pc:chgData name="MBEUTOUM NYA Michele Christine DO/DOIDF" userId="233c9d46-0c97-4eec-92a6-1ba42ff59991" providerId="ADAL" clId="{E07CB5F3-138E-416A-92D3-BB9DE66EFFCC}" dt="2025-05-23T12:58:37.704" v="6259" actId="47"/>
        <pc:sldMkLst>
          <pc:docMk/>
          <pc:sldMk cId="2052344172" sldId="263"/>
        </pc:sldMkLst>
      </pc:sldChg>
      <pc:sldChg chg="modSp add mod">
        <pc:chgData name="MBEUTOUM NYA Michele Christine DO/DOIDF" userId="233c9d46-0c97-4eec-92a6-1ba42ff59991" providerId="ADAL" clId="{E07CB5F3-138E-416A-92D3-BB9DE66EFFCC}" dt="2025-05-23T13:49:03.933" v="6517" actId="2"/>
        <pc:sldMkLst>
          <pc:docMk/>
          <pc:sldMk cId="1558566261" sldId="264"/>
        </pc:sldMkLst>
        <pc:spChg chg="mod">
          <ac:chgData name="MBEUTOUM NYA Michele Christine DO/DOIDF" userId="233c9d46-0c97-4eec-92a6-1ba42ff59991" providerId="ADAL" clId="{E07CB5F3-138E-416A-92D3-BB9DE66EFFCC}" dt="2025-05-23T13:49:03.933" v="6517" actId="2"/>
          <ac:spMkLst>
            <pc:docMk/>
            <pc:sldMk cId="1558566261" sldId="264"/>
            <ac:spMk id="63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2T07:34:14.196" v="953" actId="20577"/>
          <ac:spMkLst>
            <pc:docMk/>
            <pc:sldMk cId="1558566261" sldId="264"/>
            <ac:spMk id="65" creationId="{00000000-0000-0000-0000-000000000000}"/>
          </ac:spMkLst>
        </pc:spChg>
      </pc:sldChg>
      <pc:sldChg chg="modSp add mod">
        <pc:chgData name="MBEUTOUM NYA Michele Christine DO/DOIDF" userId="233c9d46-0c97-4eec-92a6-1ba42ff59991" providerId="ADAL" clId="{E07CB5F3-138E-416A-92D3-BB9DE66EFFCC}" dt="2025-05-23T13:57:04.444" v="6555" actId="1076"/>
        <pc:sldMkLst>
          <pc:docMk/>
          <pc:sldMk cId="1028906059" sldId="265"/>
        </pc:sldMkLst>
        <pc:spChg chg="mod">
          <ac:chgData name="MBEUTOUM NYA Michele Christine DO/DOIDF" userId="233c9d46-0c97-4eec-92a6-1ba42ff59991" providerId="ADAL" clId="{E07CB5F3-138E-416A-92D3-BB9DE66EFFCC}" dt="2025-05-23T13:57:04.444" v="6555" actId="1076"/>
          <ac:spMkLst>
            <pc:docMk/>
            <pc:sldMk cId="1028906059" sldId="265"/>
            <ac:spMk id="63" creationId="{00000000-0000-0000-0000-000000000000}"/>
          </ac:spMkLst>
        </pc:spChg>
      </pc:sldChg>
      <pc:sldChg chg="modSp add mod">
        <pc:chgData name="MBEUTOUM NYA Michele Christine DO/DOIDF" userId="233c9d46-0c97-4eec-92a6-1ba42ff59991" providerId="ADAL" clId="{E07CB5F3-138E-416A-92D3-BB9DE66EFFCC}" dt="2025-05-23T13:57:43.141" v="6556" actId="255"/>
        <pc:sldMkLst>
          <pc:docMk/>
          <pc:sldMk cId="3736681078" sldId="266"/>
        </pc:sldMkLst>
        <pc:spChg chg="mod">
          <ac:chgData name="MBEUTOUM NYA Michele Christine DO/DOIDF" userId="233c9d46-0c97-4eec-92a6-1ba42ff59991" providerId="ADAL" clId="{E07CB5F3-138E-416A-92D3-BB9DE66EFFCC}" dt="2025-05-23T13:57:43.141" v="6556" actId="255"/>
          <ac:spMkLst>
            <pc:docMk/>
            <pc:sldMk cId="3736681078" sldId="266"/>
            <ac:spMk id="63" creationId="{00000000-0000-0000-0000-000000000000}"/>
          </ac:spMkLst>
        </pc:spChg>
      </pc:sldChg>
      <pc:sldChg chg="add del">
        <pc:chgData name="MBEUTOUM NYA Michele Christine DO/DOIDF" userId="233c9d46-0c97-4eec-92a6-1ba42ff59991" providerId="ADAL" clId="{E07CB5F3-138E-416A-92D3-BB9DE66EFFCC}" dt="2025-05-23T12:58:42.428" v="6260" actId="47"/>
        <pc:sldMkLst>
          <pc:docMk/>
          <pc:sldMk cId="3244251913" sldId="267"/>
        </pc:sldMkLst>
      </pc:sldChg>
      <pc:sldChg chg="modSp add mod">
        <pc:chgData name="MBEUTOUM NYA Michele Christine DO/DOIDF" userId="233c9d46-0c97-4eec-92a6-1ba42ff59991" providerId="ADAL" clId="{E07CB5F3-138E-416A-92D3-BB9DE66EFFCC}" dt="2025-05-23T13:49:56.209" v="6536" actId="2"/>
        <pc:sldMkLst>
          <pc:docMk/>
          <pc:sldMk cId="3889357741" sldId="268"/>
        </pc:sldMkLst>
        <pc:spChg chg="mod">
          <ac:chgData name="MBEUTOUM NYA Michele Christine DO/DOIDF" userId="233c9d46-0c97-4eec-92a6-1ba42ff59991" providerId="ADAL" clId="{E07CB5F3-138E-416A-92D3-BB9DE66EFFCC}" dt="2025-05-23T13:49:56.209" v="6536" actId="2"/>
          <ac:spMkLst>
            <pc:docMk/>
            <pc:sldMk cId="3889357741" sldId="268"/>
            <ac:spMk id="71" creationId="{00000000-0000-0000-0000-000000000000}"/>
          </ac:spMkLst>
        </pc:spChg>
      </pc:sldChg>
      <pc:sldChg chg="addSp delSp modSp add mod ord">
        <pc:chgData name="MBEUTOUM NYA Michele Christine DO/DOIDF" userId="233c9d46-0c97-4eec-92a6-1ba42ff59991" providerId="ADAL" clId="{E07CB5F3-138E-416A-92D3-BB9DE66EFFCC}" dt="2025-05-23T13:42:54.769" v="6490" actId="1076"/>
        <pc:sldMkLst>
          <pc:docMk/>
          <pc:sldMk cId="3536675690" sldId="269"/>
        </pc:sldMkLst>
        <pc:spChg chg="add mod">
          <ac:chgData name="MBEUTOUM NYA Michele Christine DO/DOIDF" userId="233c9d46-0c97-4eec-92a6-1ba42ff59991" providerId="ADAL" clId="{E07CB5F3-138E-416A-92D3-BB9DE66EFFCC}" dt="2025-05-23T12:54:25.692" v="6232" actId="20577"/>
          <ac:spMkLst>
            <pc:docMk/>
            <pc:sldMk cId="3536675690" sldId="269"/>
            <ac:spMk id="2" creationId="{13A1E5C3-748A-371F-0FED-854F1D5A0876}"/>
          </ac:spMkLst>
        </pc:spChg>
        <pc:spChg chg="add del mod">
          <ac:chgData name="MBEUTOUM NYA Michele Christine DO/DOIDF" userId="233c9d46-0c97-4eec-92a6-1ba42ff59991" providerId="ADAL" clId="{E07CB5F3-138E-416A-92D3-BB9DE66EFFCC}" dt="2025-05-23T08:55:10.528" v="3926"/>
          <ac:spMkLst>
            <pc:docMk/>
            <pc:sldMk cId="3536675690" sldId="269"/>
            <ac:spMk id="5" creationId="{C48789FD-32AC-19D7-63FF-DEAEA5243BCB}"/>
          </ac:spMkLst>
        </pc:spChg>
        <pc:spChg chg="del mod">
          <ac:chgData name="MBEUTOUM NYA Michele Christine DO/DOIDF" userId="233c9d46-0c97-4eec-92a6-1ba42ff59991" providerId="ADAL" clId="{E07CB5F3-138E-416A-92D3-BB9DE66EFFCC}" dt="2025-05-22T09:06:55.162" v="2834" actId="478"/>
          <ac:spMkLst>
            <pc:docMk/>
            <pc:sldMk cId="3536675690" sldId="269"/>
            <ac:spMk id="88" creationId="{00000000-0000-0000-0000-000000000000}"/>
          </ac:spMkLst>
        </pc:spChg>
        <pc:spChg chg="del mod">
          <ac:chgData name="MBEUTOUM NYA Michele Christine DO/DOIDF" userId="233c9d46-0c97-4eec-92a6-1ba42ff59991" providerId="ADAL" clId="{E07CB5F3-138E-416A-92D3-BB9DE66EFFCC}" dt="2025-05-23T13:42:50.790" v="6489" actId="478"/>
          <ac:spMkLst>
            <pc:docMk/>
            <pc:sldMk cId="3536675690" sldId="269"/>
            <ac:spMk id="90" creationId="{00000000-0000-0000-0000-000000000000}"/>
          </ac:spMkLst>
        </pc:spChg>
        <pc:graphicFrameChg chg="add mod">
          <ac:chgData name="MBEUTOUM NYA Michele Christine DO/DOIDF" userId="233c9d46-0c97-4eec-92a6-1ba42ff59991" providerId="ADAL" clId="{E07CB5F3-138E-416A-92D3-BB9DE66EFFCC}" dt="2025-05-23T08:55:09.538" v="3924" actId="1076"/>
          <ac:graphicFrameMkLst>
            <pc:docMk/>
            <pc:sldMk cId="3536675690" sldId="269"/>
            <ac:graphicFrameMk id="6" creationId="{34AC8627-52FE-D255-0DD4-F2E3E81BE88F}"/>
          </ac:graphicFrameMkLst>
        </pc:graphicFrameChg>
        <pc:picChg chg="add mod">
          <ac:chgData name="MBEUTOUM NYA Michele Christine DO/DOIDF" userId="233c9d46-0c97-4eec-92a6-1ba42ff59991" providerId="ADAL" clId="{E07CB5F3-138E-416A-92D3-BB9DE66EFFCC}" dt="2025-05-23T13:42:54.769" v="6490" actId="1076"/>
          <ac:picMkLst>
            <pc:docMk/>
            <pc:sldMk cId="3536675690" sldId="269"/>
            <ac:picMk id="4" creationId="{AEB1A509-F08E-211D-8C87-1EC8661F034B}"/>
          </ac:picMkLst>
        </pc:picChg>
      </pc:sldChg>
      <pc:sldChg chg="modSp add mod ord">
        <pc:chgData name="MBEUTOUM NYA Michele Christine DO/DOIDF" userId="233c9d46-0c97-4eec-92a6-1ba42ff59991" providerId="ADAL" clId="{E07CB5F3-138E-416A-92D3-BB9DE66EFFCC}" dt="2025-06-06T07:55:34.879" v="6656"/>
        <pc:sldMkLst>
          <pc:docMk/>
          <pc:sldMk cId="1156946512" sldId="270"/>
        </pc:sldMkLst>
        <pc:spChg chg="mod">
          <ac:chgData name="MBEUTOUM NYA Michele Christine DO/DOIDF" userId="233c9d46-0c97-4eec-92a6-1ba42ff59991" providerId="ADAL" clId="{E07CB5F3-138E-416A-92D3-BB9DE66EFFCC}" dt="2025-05-22T09:08:58.422" v="2950" actId="20577"/>
          <ac:spMkLst>
            <pc:docMk/>
            <pc:sldMk cId="1156946512" sldId="270"/>
            <ac:spMk id="2" creationId="{13A1E5C3-748A-371F-0FED-854F1D5A0876}"/>
          </ac:spMkLst>
        </pc:spChg>
        <pc:spChg chg="mod">
          <ac:chgData name="MBEUTOUM NYA Michele Christine DO/DOIDF" userId="233c9d46-0c97-4eec-92a6-1ba42ff59991" providerId="ADAL" clId="{E07CB5F3-138E-416A-92D3-BB9DE66EFFCC}" dt="2025-05-23T13:49:59.036" v="6537" actId="2"/>
          <ac:spMkLst>
            <pc:docMk/>
            <pc:sldMk cId="1156946512" sldId="270"/>
            <ac:spMk id="90" creationId="{00000000-0000-0000-0000-000000000000}"/>
          </ac:spMkLst>
        </pc:spChg>
      </pc:sldChg>
      <pc:sldChg chg="modSp add mod ord">
        <pc:chgData name="MBEUTOUM NYA Michele Christine DO/DOIDF" userId="233c9d46-0c97-4eec-92a6-1ba42ff59991" providerId="ADAL" clId="{E07CB5F3-138E-416A-92D3-BB9DE66EFFCC}" dt="2025-06-06T07:55:23.975" v="6652"/>
        <pc:sldMkLst>
          <pc:docMk/>
          <pc:sldMk cId="1257127072" sldId="271"/>
        </pc:sldMkLst>
        <pc:spChg chg="mod">
          <ac:chgData name="MBEUTOUM NYA Michele Christine DO/DOIDF" userId="233c9d46-0c97-4eec-92a6-1ba42ff59991" providerId="ADAL" clId="{E07CB5F3-138E-416A-92D3-BB9DE66EFFCC}" dt="2025-05-23T13:50:37.607" v="6538" actId="2"/>
          <ac:spMkLst>
            <pc:docMk/>
            <pc:sldMk cId="1257127072" sldId="271"/>
            <ac:spMk id="90" creationId="{00000000-0000-0000-0000-000000000000}"/>
          </ac:spMkLst>
        </pc:spChg>
      </pc:sldChg>
      <pc:sldChg chg="add del">
        <pc:chgData name="MBEUTOUM NYA Michele Christine DO/DOIDF" userId="233c9d46-0c97-4eec-92a6-1ba42ff59991" providerId="ADAL" clId="{E07CB5F3-138E-416A-92D3-BB9DE66EFFCC}" dt="2025-05-23T12:59:24.305" v="6266" actId="47"/>
        <pc:sldMkLst>
          <pc:docMk/>
          <pc:sldMk cId="3431161008" sldId="272"/>
        </pc:sldMkLst>
      </pc:sldChg>
      <pc:sldChg chg="addSp delSp modSp add mod ord">
        <pc:chgData name="MBEUTOUM NYA Michele Christine DO/DOIDF" userId="233c9d46-0c97-4eec-92a6-1ba42ff59991" providerId="ADAL" clId="{E07CB5F3-138E-416A-92D3-BB9DE66EFFCC}" dt="2025-05-30T10:43:17.871" v="6581" actId="20577"/>
        <pc:sldMkLst>
          <pc:docMk/>
          <pc:sldMk cId="3965923026" sldId="273"/>
        </pc:sldMkLst>
        <pc:spChg chg="mod">
          <ac:chgData name="MBEUTOUM NYA Michele Christine DO/DOIDF" userId="233c9d46-0c97-4eec-92a6-1ba42ff59991" providerId="ADAL" clId="{E07CB5F3-138E-416A-92D3-BB9DE66EFFCC}" dt="2025-05-23T13:43:38.066" v="6498" actId="1076"/>
          <ac:spMkLst>
            <pc:docMk/>
            <pc:sldMk cId="3965923026" sldId="273"/>
            <ac:spMk id="90" creationId="{00000000-0000-0000-0000-000000000000}"/>
          </ac:spMkLst>
        </pc:spChg>
        <pc:graphicFrameChg chg="add mod modGraphic">
          <ac:chgData name="MBEUTOUM NYA Michele Christine DO/DOIDF" userId="233c9d46-0c97-4eec-92a6-1ba42ff59991" providerId="ADAL" clId="{E07CB5F3-138E-416A-92D3-BB9DE66EFFCC}" dt="2025-05-30T10:43:17.871" v="6581" actId="20577"/>
          <ac:graphicFrameMkLst>
            <pc:docMk/>
            <pc:sldMk cId="3965923026" sldId="273"/>
            <ac:graphicFrameMk id="3" creationId="{B5A2C778-AFCC-52DB-228C-73261F130B97}"/>
          </ac:graphicFrameMkLst>
        </pc:graphicFrameChg>
        <pc:picChg chg="del">
          <ac:chgData name="MBEUTOUM NYA Michele Christine DO/DOIDF" userId="233c9d46-0c97-4eec-92a6-1ba42ff59991" providerId="ADAL" clId="{E07CB5F3-138E-416A-92D3-BB9DE66EFFCC}" dt="2025-05-23T08:55:42.637" v="3931" actId="478"/>
          <ac:picMkLst>
            <pc:docMk/>
            <pc:sldMk cId="3965923026" sldId="273"/>
            <ac:picMk id="4" creationId="{AEB1A509-F08E-211D-8C87-1EC8661F034B}"/>
          </ac:picMkLst>
        </pc:picChg>
      </pc:sldChg>
      <pc:sldChg chg="addSp delSp modSp add mod ord">
        <pc:chgData name="MBEUTOUM NYA Michele Christine DO/DOIDF" userId="233c9d46-0c97-4eec-92a6-1ba42ff59991" providerId="ADAL" clId="{E07CB5F3-138E-416A-92D3-BB9DE66EFFCC}" dt="2025-05-30T14:21:45.313" v="6650" actId="1076"/>
        <pc:sldMkLst>
          <pc:docMk/>
          <pc:sldMk cId="2031908079" sldId="274"/>
        </pc:sldMkLst>
        <pc:spChg chg="add mod">
          <ac:chgData name="MBEUTOUM NYA Michele Christine DO/DOIDF" userId="233c9d46-0c97-4eec-92a6-1ba42ff59991" providerId="ADAL" clId="{E07CB5F3-138E-416A-92D3-BB9DE66EFFCC}" dt="2025-05-23T12:53:30.867" v="6214" actId="20577"/>
          <ac:spMkLst>
            <pc:docMk/>
            <pc:sldMk cId="2031908079" sldId="274"/>
            <ac:spMk id="2" creationId="{6B0B1932-8E9F-EFF4-86CE-39F2DF26EA7D}"/>
          </ac:spMkLst>
        </pc:spChg>
        <pc:spChg chg="mod">
          <ac:chgData name="MBEUTOUM NYA Michele Christine DO/DOIDF" userId="233c9d46-0c97-4eec-92a6-1ba42ff59991" providerId="ADAL" clId="{E07CB5F3-138E-416A-92D3-BB9DE66EFFCC}" dt="2025-05-23T09:46:27.269" v="4449" actId="14100"/>
          <ac:spMkLst>
            <pc:docMk/>
            <pc:sldMk cId="2031908079" sldId="274"/>
            <ac:spMk id="98" creationId="{00000000-0000-0000-0000-000000000000}"/>
          </ac:spMkLst>
        </pc:spChg>
        <pc:picChg chg="del">
          <ac:chgData name="MBEUTOUM NYA Michele Christine DO/DOIDF" userId="233c9d46-0c97-4eec-92a6-1ba42ff59991" providerId="ADAL" clId="{E07CB5F3-138E-416A-92D3-BB9DE66EFFCC}" dt="2025-05-30T14:21:32.809" v="6646" actId="478"/>
          <ac:picMkLst>
            <pc:docMk/>
            <pc:sldMk cId="2031908079" sldId="274"/>
            <ac:picMk id="3" creationId="{0AF63C44-B7D4-00BA-D733-2EEF5C796AE8}"/>
          </ac:picMkLst>
        </pc:picChg>
        <pc:picChg chg="add mod">
          <ac:chgData name="MBEUTOUM NYA Michele Christine DO/DOIDF" userId="233c9d46-0c97-4eec-92a6-1ba42ff59991" providerId="ADAL" clId="{E07CB5F3-138E-416A-92D3-BB9DE66EFFCC}" dt="2025-05-30T14:21:45.313" v="6650" actId="1076"/>
          <ac:picMkLst>
            <pc:docMk/>
            <pc:sldMk cId="2031908079" sldId="274"/>
            <ac:picMk id="5" creationId="{8923D6C3-24AB-F0C1-DDAF-2B6427CF4970}"/>
          </ac:picMkLst>
        </pc:picChg>
      </pc:sldChg>
      <pc:sldChg chg="modSp add mod">
        <pc:chgData name="MBEUTOUM NYA Michele Christine DO/DOIDF" userId="233c9d46-0c97-4eec-92a6-1ba42ff59991" providerId="ADAL" clId="{E07CB5F3-138E-416A-92D3-BB9DE66EFFCC}" dt="2025-05-23T13:45:55.424" v="6508" actId="33524"/>
        <pc:sldMkLst>
          <pc:docMk/>
          <pc:sldMk cId="75066453" sldId="275"/>
        </pc:sldMkLst>
        <pc:spChg chg="mod">
          <ac:chgData name="MBEUTOUM NYA Michele Christine DO/DOIDF" userId="233c9d46-0c97-4eec-92a6-1ba42ff59991" providerId="ADAL" clId="{E07CB5F3-138E-416A-92D3-BB9DE66EFFCC}" dt="2025-05-23T12:06:20.938" v="5722" actId="20577"/>
          <ac:spMkLst>
            <pc:docMk/>
            <pc:sldMk cId="75066453" sldId="275"/>
            <ac:spMk id="104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13:45:55.424" v="6508" actId="33524"/>
          <ac:spMkLst>
            <pc:docMk/>
            <pc:sldMk cId="75066453" sldId="275"/>
            <ac:spMk id="106" creationId="{00000000-0000-0000-0000-000000000000}"/>
          </ac:spMkLst>
        </pc:spChg>
      </pc:sldChg>
      <pc:sldChg chg="modSp add mod ord">
        <pc:chgData name="MBEUTOUM NYA Michele Christine DO/DOIDF" userId="233c9d46-0c97-4eec-92a6-1ba42ff59991" providerId="ADAL" clId="{E07CB5F3-138E-416A-92D3-BB9DE66EFFCC}" dt="2025-05-23T13:52:54.403" v="6549" actId="2"/>
        <pc:sldMkLst>
          <pc:docMk/>
          <pc:sldMk cId="675186152" sldId="276"/>
        </pc:sldMkLst>
        <pc:spChg chg="mod">
          <ac:chgData name="MBEUTOUM NYA Michele Christine DO/DOIDF" userId="233c9d46-0c97-4eec-92a6-1ba42ff59991" providerId="ADAL" clId="{E07CB5F3-138E-416A-92D3-BB9DE66EFFCC}" dt="2025-05-23T13:52:54.403" v="6549" actId="2"/>
          <ac:spMkLst>
            <pc:docMk/>
            <pc:sldMk cId="675186152" sldId="276"/>
            <ac:spMk id="106" creationId="{00000000-0000-0000-0000-000000000000}"/>
          </ac:spMkLst>
        </pc:spChg>
      </pc:sldChg>
      <pc:sldChg chg="add del">
        <pc:chgData name="MBEUTOUM NYA Michele Christine DO/DOIDF" userId="233c9d46-0c97-4eec-92a6-1ba42ff59991" providerId="ADAL" clId="{E07CB5F3-138E-416A-92D3-BB9DE66EFFCC}" dt="2025-05-23T12:58:51.322" v="6262" actId="47"/>
        <pc:sldMkLst>
          <pc:docMk/>
          <pc:sldMk cId="1138730441" sldId="277"/>
        </pc:sldMkLst>
      </pc:sldChg>
      <pc:sldMasterChg chg="addSp">
        <pc:chgData name="MBEUTOUM NYA Michele Christine DO/DOIDF" userId="233c9d46-0c97-4eec-92a6-1ba42ff59991" providerId="ADAL" clId="{E07CB5F3-138E-416A-92D3-BB9DE66EFFCC}" dt="2025-05-23T12:59:48.071" v="6267"/>
        <pc:sldMasterMkLst>
          <pc:docMk/>
          <pc:sldMasterMk cId="846916937" sldId="2147483660"/>
        </pc:sldMasterMkLst>
        <pc:spChg chg="add">
          <ac:chgData name="MBEUTOUM NYA Michele Christine DO/DOIDF" userId="233c9d46-0c97-4eec-92a6-1ba42ff59991" providerId="ADAL" clId="{E07CB5F3-138E-416A-92D3-BB9DE66EFFCC}" dt="2025-05-23T12:59:48.071" v="6267"/>
          <ac:spMkLst>
            <pc:docMk/>
            <pc:sldMasterMk cId="846916937" sldId="2147483660"/>
            <ac:spMk id="8" creationId="{10A8449C-8AA9-E45E-6A74-6212B42E784E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02.152" v="6268"/>
        <pc:sldMasterMkLst>
          <pc:docMk/>
          <pc:sldMasterMk cId="3024320539" sldId="2147483678"/>
        </pc:sldMasterMkLst>
        <pc:spChg chg="add">
          <ac:chgData name="MBEUTOUM NYA Michele Christine DO/DOIDF" userId="233c9d46-0c97-4eec-92a6-1ba42ff59991" providerId="ADAL" clId="{E07CB5F3-138E-416A-92D3-BB9DE66EFFCC}" dt="2025-05-23T13:00:02.152" v="6268"/>
          <ac:spMkLst>
            <pc:docMk/>
            <pc:sldMasterMk cId="3024320539" sldId="2147483678"/>
            <ac:spMk id="9" creationId="{A5BF0977-CEFF-D66A-6446-38332511D319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04.642" v="6269"/>
        <pc:sldMasterMkLst>
          <pc:docMk/>
          <pc:sldMasterMk cId="788809603" sldId="2147483691"/>
        </pc:sldMasterMkLst>
        <pc:spChg chg="add">
          <ac:chgData name="MBEUTOUM NYA Michele Christine DO/DOIDF" userId="233c9d46-0c97-4eec-92a6-1ba42ff59991" providerId="ADAL" clId="{E07CB5F3-138E-416A-92D3-BB9DE66EFFCC}" dt="2025-05-23T13:00:04.642" v="6269"/>
          <ac:spMkLst>
            <pc:docMk/>
            <pc:sldMasterMk cId="788809603" sldId="2147483691"/>
            <ac:spMk id="8" creationId="{EF1F661D-ED62-31F4-8B8C-C0F5EF6EECB0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08.929" v="6270"/>
        <pc:sldMasterMkLst>
          <pc:docMk/>
          <pc:sldMasterMk cId="1185464324" sldId="2147483704"/>
        </pc:sldMasterMkLst>
        <pc:spChg chg="add">
          <ac:chgData name="MBEUTOUM NYA Michele Christine DO/DOIDF" userId="233c9d46-0c97-4eec-92a6-1ba42ff59991" providerId="ADAL" clId="{E07CB5F3-138E-416A-92D3-BB9DE66EFFCC}" dt="2025-05-23T13:00:08.929" v="6270"/>
          <ac:spMkLst>
            <pc:docMk/>
            <pc:sldMasterMk cId="1185464324" sldId="2147483704"/>
            <ac:spMk id="11" creationId="{D2214918-5E0A-F6B4-23DA-A779744F843B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15.801" v="6271"/>
        <pc:sldMasterMkLst>
          <pc:docMk/>
          <pc:sldMasterMk cId="1601085669" sldId="2147483723"/>
        </pc:sldMasterMkLst>
        <pc:spChg chg="add">
          <ac:chgData name="MBEUTOUM NYA Michele Christine DO/DOIDF" userId="233c9d46-0c97-4eec-92a6-1ba42ff59991" providerId="ADAL" clId="{E07CB5F3-138E-416A-92D3-BB9DE66EFFCC}" dt="2025-05-23T13:00:15.801" v="6271"/>
          <ac:spMkLst>
            <pc:docMk/>
            <pc:sldMasterMk cId="1601085669" sldId="2147483723"/>
            <ac:spMk id="12" creationId="{A322E8DA-C375-6019-94B4-20BF27EDDF9B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20.560" v="6272"/>
        <pc:sldMasterMkLst>
          <pc:docMk/>
          <pc:sldMasterMk cId="3662960782" sldId="2147483742"/>
        </pc:sldMasterMkLst>
        <pc:spChg chg="add">
          <ac:chgData name="MBEUTOUM NYA Michele Christine DO/DOIDF" userId="233c9d46-0c97-4eec-92a6-1ba42ff59991" providerId="ADAL" clId="{E07CB5F3-138E-416A-92D3-BB9DE66EFFCC}" dt="2025-05-23T13:00:20.560" v="6272"/>
          <ac:spMkLst>
            <pc:docMk/>
            <pc:sldMasterMk cId="3662960782" sldId="2147483742"/>
            <ac:spMk id="12" creationId="{B94A9623-B633-8E96-CAB9-7204685DC1D4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23.915" v="6273"/>
        <pc:sldMasterMkLst>
          <pc:docMk/>
          <pc:sldMasterMk cId="647545456" sldId="2147483761"/>
        </pc:sldMasterMkLst>
        <pc:spChg chg="add">
          <ac:chgData name="MBEUTOUM NYA Michele Christine DO/DOIDF" userId="233c9d46-0c97-4eec-92a6-1ba42ff59991" providerId="ADAL" clId="{E07CB5F3-138E-416A-92D3-BB9DE66EFFCC}" dt="2025-05-23T13:00:23.915" v="6273"/>
          <ac:spMkLst>
            <pc:docMk/>
            <pc:sldMasterMk cId="647545456" sldId="2147483761"/>
            <ac:spMk id="8" creationId="{CA08A962-E84B-81F3-F7DB-0F69C996D010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30.897" v="6274"/>
        <pc:sldMasterMkLst>
          <pc:docMk/>
          <pc:sldMasterMk cId="3948544611" sldId="2147483774"/>
        </pc:sldMasterMkLst>
        <pc:spChg chg="add">
          <ac:chgData name="MBEUTOUM NYA Michele Christine DO/DOIDF" userId="233c9d46-0c97-4eec-92a6-1ba42ff59991" providerId="ADAL" clId="{E07CB5F3-138E-416A-92D3-BB9DE66EFFCC}" dt="2025-05-23T13:00:30.897" v="6274"/>
          <ac:spMkLst>
            <pc:docMk/>
            <pc:sldMasterMk cId="3948544611" sldId="2147483774"/>
            <ac:spMk id="8" creationId="{3732F3F0-2BE4-5B66-4AE3-BCD937BD86C0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38.936" v="6275"/>
        <pc:sldMasterMkLst>
          <pc:docMk/>
          <pc:sldMasterMk cId="3073906181" sldId="2147483793"/>
        </pc:sldMasterMkLst>
        <pc:spChg chg="add">
          <ac:chgData name="MBEUTOUM NYA Michele Christine DO/DOIDF" userId="233c9d46-0c97-4eec-92a6-1ba42ff59991" providerId="ADAL" clId="{E07CB5F3-138E-416A-92D3-BB9DE66EFFCC}" dt="2025-05-23T13:00:38.936" v="6275"/>
          <ac:spMkLst>
            <pc:docMk/>
            <pc:sldMasterMk cId="3073906181" sldId="2147483793"/>
            <ac:spMk id="10" creationId="{322DE72F-52BD-0908-31BE-9DD9CC1D6330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53.312" v="6276"/>
        <pc:sldMasterMkLst>
          <pc:docMk/>
          <pc:sldMasterMk cId="3747822477" sldId="2147483806"/>
        </pc:sldMasterMkLst>
        <pc:spChg chg="add">
          <ac:chgData name="MBEUTOUM NYA Michele Christine DO/DOIDF" userId="233c9d46-0c97-4eec-92a6-1ba42ff59991" providerId="ADAL" clId="{E07CB5F3-138E-416A-92D3-BB9DE66EFFCC}" dt="2025-05-23T13:00:53.312" v="6276"/>
          <ac:spMkLst>
            <pc:docMk/>
            <pc:sldMasterMk cId="3747822477" sldId="2147483806"/>
            <ac:spMk id="7" creationId="{2775316F-6623-21BC-3DE4-9AF5FA09AE92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55.800" v="6279"/>
        <pc:sldMasterMkLst>
          <pc:docMk/>
          <pc:sldMasterMk cId="1619834813" sldId="2147483819"/>
        </pc:sldMasterMkLst>
        <pc:spChg chg="add">
          <ac:chgData name="MBEUTOUM NYA Michele Christine DO/DOIDF" userId="233c9d46-0c97-4eec-92a6-1ba42ff59991" providerId="ADAL" clId="{E07CB5F3-138E-416A-92D3-BB9DE66EFFCC}" dt="2025-05-23T13:00:55.800" v="6279"/>
          <ac:spMkLst>
            <pc:docMk/>
            <pc:sldMasterMk cId="1619834813" sldId="2147483819"/>
            <ac:spMk id="8" creationId="{AB83C95B-A5CF-3DC7-F1E5-8F3FF75A697F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57.624" v="6282"/>
        <pc:sldMasterMkLst>
          <pc:docMk/>
          <pc:sldMasterMk cId="734568096" sldId="2147483837"/>
        </pc:sldMasterMkLst>
        <pc:spChg chg="add">
          <ac:chgData name="MBEUTOUM NYA Michele Christine DO/DOIDF" userId="233c9d46-0c97-4eec-92a6-1ba42ff59991" providerId="ADAL" clId="{E07CB5F3-138E-416A-92D3-BB9DE66EFFCC}" dt="2025-05-23T13:00:57.624" v="6282"/>
          <ac:spMkLst>
            <pc:docMk/>
            <pc:sldMasterMk cId="734568096" sldId="2147483837"/>
            <ac:spMk id="8" creationId="{3B19883B-CB9A-3FFD-3961-9762AAF56F27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1:11.197" v="6283"/>
        <pc:sldMasterMkLst>
          <pc:docMk/>
          <pc:sldMasterMk cId="593068369" sldId="2147483855"/>
        </pc:sldMasterMkLst>
        <pc:spChg chg="add">
          <ac:chgData name="MBEUTOUM NYA Michele Christine DO/DOIDF" userId="233c9d46-0c97-4eec-92a6-1ba42ff59991" providerId="ADAL" clId="{E07CB5F3-138E-416A-92D3-BB9DE66EFFCC}" dt="2025-05-23T13:01:11.197" v="6283"/>
          <ac:spMkLst>
            <pc:docMk/>
            <pc:sldMasterMk cId="593068369" sldId="2147483855"/>
            <ac:spMk id="8" creationId="{D3232B29-3DFF-4A68-95A0-92ED657C0F6F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1:15.493" v="6284"/>
        <pc:sldMasterMkLst>
          <pc:docMk/>
          <pc:sldMasterMk cId="3787304621" sldId="2147483868"/>
        </pc:sldMasterMkLst>
        <pc:spChg chg="add">
          <ac:chgData name="MBEUTOUM NYA Michele Christine DO/DOIDF" userId="233c9d46-0c97-4eec-92a6-1ba42ff59991" providerId="ADAL" clId="{E07CB5F3-138E-416A-92D3-BB9DE66EFFCC}" dt="2025-05-23T13:01:15.493" v="6284"/>
          <ac:spMkLst>
            <pc:docMk/>
            <pc:sldMasterMk cId="3787304621" sldId="2147483868"/>
            <ac:spMk id="7" creationId="{DC9963B0-2852-28B5-3C77-FDF8C76D56DE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1:24.088" v="6285"/>
        <pc:sldMasterMkLst>
          <pc:docMk/>
          <pc:sldMasterMk cId="1532418990" sldId="2147483881"/>
        </pc:sldMasterMkLst>
        <pc:spChg chg="add">
          <ac:chgData name="MBEUTOUM NYA Michele Christine DO/DOIDF" userId="233c9d46-0c97-4eec-92a6-1ba42ff59991" providerId="ADAL" clId="{E07CB5F3-138E-416A-92D3-BB9DE66EFFCC}" dt="2025-05-23T13:01:24.088" v="6285"/>
          <ac:spMkLst>
            <pc:docMk/>
            <pc:sldMasterMk cId="1532418990" sldId="2147483881"/>
            <ac:spMk id="13" creationId="{AE10327D-07AA-2234-2D7E-421C21F759F9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1:42.823" v="6286"/>
        <pc:sldMasterMkLst>
          <pc:docMk/>
          <pc:sldMasterMk cId="3304377811" sldId="2147483900"/>
        </pc:sldMasterMkLst>
        <pc:spChg chg="add">
          <ac:chgData name="MBEUTOUM NYA Michele Christine DO/DOIDF" userId="233c9d46-0c97-4eec-92a6-1ba42ff59991" providerId="ADAL" clId="{E07CB5F3-138E-416A-92D3-BB9DE66EFFCC}" dt="2025-05-23T13:01:42.823" v="6286"/>
          <ac:spMkLst>
            <pc:docMk/>
            <pc:sldMasterMk cId="3304377811" sldId="2147483900"/>
            <ac:spMk id="12" creationId="{26E75E70-641A-697E-708D-389881F8DF4B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8:24.736" v="6289"/>
        <pc:sldMasterMkLst>
          <pc:docMk/>
          <pc:sldMasterMk cId="2492398318" sldId="2147483919"/>
        </pc:sldMasterMkLst>
        <pc:spChg chg="add">
          <ac:chgData name="MBEUTOUM NYA Michele Christine DO/DOIDF" userId="233c9d46-0c97-4eec-92a6-1ba42ff59991" providerId="ADAL" clId="{E07CB5F3-138E-416A-92D3-BB9DE66EFFCC}" dt="2025-05-23T13:08:24.736" v="6289"/>
          <ac:spMkLst>
            <pc:docMk/>
            <pc:sldMasterMk cId="2492398318" sldId="2147483919"/>
            <ac:spMk id="8" creationId="{5FF6C4D9-138F-80D1-7D54-D2E86E541C78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8:26.139" v="6290"/>
        <pc:sldMasterMkLst>
          <pc:docMk/>
          <pc:sldMasterMk cId="1025309609" sldId="2147483937"/>
        </pc:sldMasterMkLst>
        <pc:spChg chg="add">
          <ac:chgData name="MBEUTOUM NYA Michele Christine DO/DOIDF" userId="233c9d46-0c97-4eec-92a6-1ba42ff59991" providerId="ADAL" clId="{E07CB5F3-138E-416A-92D3-BB9DE66EFFCC}" dt="2025-05-23T13:08:26.139" v="6290"/>
          <ac:spMkLst>
            <pc:docMk/>
            <pc:sldMasterMk cId="1025309609" sldId="2147483937"/>
            <ac:spMk id="8" creationId="{94A1A4A6-D158-9203-3109-6C82D50B1E2B}"/>
          </ac:spMkLst>
        </pc:spChg>
      </pc:sldMasterChg>
      <pc:sldMasterChg chg="addSp modSp mod">
        <pc:chgData name="MBEUTOUM NYA Michele Christine DO/DOIDF" userId="233c9d46-0c97-4eec-92a6-1ba42ff59991" providerId="ADAL" clId="{E07CB5F3-138E-416A-92D3-BB9DE66EFFCC}" dt="2025-05-23T13:52:57.607" v="6550" actId="2"/>
        <pc:sldMasterMkLst>
          <pc:docMk/>
          <pc:sldMasterMk cId="795578940" sldId="2147483955"/>
        </pc:sldMasterMkLst>
        <pc:spChg chg="add mod">
          <ac:chgData name="MBEUTOUM NYA Michele Christine DO/DOIDF" userId="233c9d46-0c97-4eec-92a6-1ba42ff59991" providerId="ADAL" clId="{E07CB5F3-138E-416A-92D3-BB9DE66EFFCC}" dt="2025-05-23T13:52:57.607" v="6550" actId="2"/>
          <ac:spMkLst>
            <pc:docMk/>
            <pc:sldMasterMk cId="795578940" sldId="2147483955"/>
            <ac:spMk id="7" creationId="{EFC84A2E-C4B4-85FF-742B-EB5AAD9AC2BA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6630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7499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6657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5171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2321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3336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0518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164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6603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93086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0262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10020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27685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28109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91515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43589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2307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906909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32375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42237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45364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74960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346538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73209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89966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07798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439319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97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FC84A2E-C4B4-85FF-742B-EB5AAD9AC2B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5913" y="49580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 dirty="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79557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  <p:sldLayoutId id="2147483967" r:id="rId12"/>
    <p:sldLayoutId id="2147483968" r:id="rId13"/>
    <p:sldLayoutId id="2147483969" r:id="rId14"/>
    <p:sldLayoutId id="2147483970" r:id="rId15"/>
    <p:sldLayoutId id="2147483971" r:id="rId16"/>
    <p:sldLayoutId id="2147483972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14868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Michèle Mbeutoum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0" y="273296"/>
            <a:ext cx="3323064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</a:t>
            </a:r>
            <a:r>
              <a:rPr lang="fr" sz="15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Jeudi, le 22 Mai 2025</a:t>
            </a:r>
            <a:endParaRPr sz="15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A1F843-4DD5-17F8-41EE-2253F3D5FCF8}"/>
              </a:ext>
            </a:extLst>
          </p:cNvPr>
          <p:cNvSpPr/>
          <p:nvPr/>
        </p:nvSpPr>
        <p:spPr>
          <a:xfrm>
            <a:off x="836340" y="1862549"/>
            <a:ext cx="7173952" cy="1085352"/>
          </a:xfrm>
          <a:prstGeom prst="rect">
            <a:avLst/>
          </a:prstGeom>
          <a:solidFill>
            <a:srgbClr val="6C911D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3200" b="0" i="0" u="none" strike="noStrike" cap="none" dirty="0">
                <a:solidFill>
                  <a:srgbClr val="F3F3F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Gestion des données d’une boutique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1189B73-00A7-2752-6E6F-4B0605F9E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845" y="-52039"/>
            <a:ext cx="1839955" cy="11848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799216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Au départ, nous avions 3 fichiers 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ERP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contenant les références produit, prix et l’état du stock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Web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qui contient le SKU, quantités vendues, description des produits et bien d’autres champs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Liaison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qui permet de lier les références entre la base de données Wordpress et l’extraction ERP de l’entreprise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0" y="3579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Datasets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4" y="1674500"/>
            <a:ext cx="7999093" cy="331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                                                      </a:t>
            </a:r>
            <a:r>
              <a:rPr lang="fr-FR" sz="16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Fichier Erp.xlsx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Pour le product_id 4039, nous avons 3 quantités en stock mais c’est marqué Outofstock et inversement le product_id 4885 a 0 quantité en stock mais c’est référencé instock;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Présence des prix négatifs</a:t>
            </a:r>
          </a:p>
          <a:p>
            <a:pPr lvl="1">
              <a:lnSpc>
                <a:spcPct val="150000"/>
              </a:lnSpc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Supprimer les champs qui les contient et envoyer la nouvelle liste aux équipes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Présence des stock_quantity négatifs</a:t>
            </a:r>
          </a:p>
          <a:p>
            <a:pPr lvl="1">
              <a:lnSpc>
                <a:spcPct val="150000"/>
              </a:lnSpc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Supprimer les champs qui les contient et informer les équipes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694634" y="357925"/>
            <a:ext cx="84493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Remarques éventuelles et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traitements réalisés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856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226451" y="1667066"/>
            <a:ext cx="7999093" cy="331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                                                      </a:t>
            </a:r>
            <a:r>
              <a:rPr lang="fr-FR" sz="16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Fichier web.xlsx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Présence de colonnes inutiles pour l’exploration du fichier</a:t>
            </a:r>
          </a:p>
          <a:p>
            <a:pPr lvl="1">
              <a:lnSpc>
                <a:spcPct val="150000"/>
              </a:lnSpc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Les supprimer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Valeurs qui ne respectent pas la règle de codification du sku :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13127-1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bon-cadeau-25-euros </a:t>
            </a:r>
          </a:p>
          <a:p>
            <a:pPr lvl="1">
              <a:lnSpc>
                <a:spcPct val="150000"/>
              </a:lnSpc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Les conserver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Valeurs qui ont des sku nan mais ayant tous les autres champs bien remplis</a:t>
            </a:r>
          </a:p>
          <a:p>
            <a:pPr lvl="1">
              <a:lnSpc>
                <a:spcPct val="150000"/>
              </a:lnSpc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Créer des sku fictifs comme </a:t>
            </a:r>
            <a:r>
              <a:rPr lang="fr-FR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sku_null1</a:t>
            </a: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</a:t>
            </a:r>
            <a:r>
              <a:rPr lang="fr-FR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sku_null2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694634" y="357925"/>
            <a:ext cx="84493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Remarques éventuelles et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traitements réalisés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8906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4" y="1674500"/>
            <a:ext cx="7999093" cy="331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                                                      </a:t>
            </a:r>
            <a:r>
              <a:rPr lang="fr-FR" sz="16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Fichier liaison.xlsx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Présence des doublons au niveau de id_web</a:t>
            </a:r>
          </a:p>
          <a:p>
            <a:pPr lvl="1">
              <a:lnSpc>
                <a:spcPct val="150000"/>
              </a:lnSpc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Utiliser </a:t>
            </a:r>
            <a:r>
              <a:rPr lang="fr-FR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.size </a:t>
            </a: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et </a:t>
            </a:r>
            <a:r>
              <a:rPr lang="fr-FR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.unique() </a:t>
            </a: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pour mieux les illustrer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Présence des articles sans correspondance (91 lignes d’articles)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694634" y="357925"/>
            <a:ext cx="84493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Remarques éventuelles et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traitements réalisés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668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600" dirty="0">
                <a:solidFill>
                  <a:srgbClr val="4343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fr-FR" sz="16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Jonction du fichier df_erp et df_liaison</a:t>
            </a:r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La fusion s’effectue sur la clé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product_id 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car c’est leur clé commune;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Grâce au mot clé </a:t>
            </a:r>
            <a:r>
              <a:rPr lang="fr-FR" sz="1600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Indicator = True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on peut savoir quelles sont lignes qui matchent entre les deux tables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sz="1600" b="1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Cette fusion nous donne au total 825 lignes et chaque ligne du fichier liaison a bien une correspondance dans le fichier erp.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600" dirty="0">
                <a:solidFill>
                  <a:srgbClr val="4343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fr-FR" sz="16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Jonction du fichier df_erp_liaison et df_web</a:t>
            </a:r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La fusion s’effectue sur la clé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id_web 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du côté df_erp_liaison et sur la clé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sku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du côté df_web;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Grâce au mot clé </a:t>
            </a:r>
            <a:r>
              <a:rPr lang="fr-FR" sz="1600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Indicator = True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on peut savoir quelles sont lignes qui matchent entre les deux tables.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Aussi, mettre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how=« outer » 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pour avoir  les lignes qui ne correspondent pas entre les deux fichiers.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sz="1600" b="1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Cette fusion nous donne au total 827 lignes.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357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0" y="1528607"/>
            <a:ext cx="8943109" cy="3493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						</a:t>
            </a:r>
            <a:r>
              <a:rPr lang="fr-FR" sz="16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Répartition des prix avec une boîte à moustache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97EC46-EEA3-DBD1-11FD-BD48CAB7EEA8}"/>
              </a:ext>
            </a:extLst>
          </p:cNvPr>
          <p:cNvSpPr txBox="1"/>
          <p:nvPr/>
        </p:nvSpPr>
        <p:spPr>
          <a:xfrm>
            <a:off x="5256533" y="2675275"/>
            <a:ext cx="3727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Cette boîte nous montre que le prix minimal est de -20€, le max s’étend jusqu’à 83€ et le prix médian est de 24,3€.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A28FC44-8620-B047-426C-5FA342DEC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74" y="2343132"/>
            <a:ext cx="4932218" cy="2082081"/>
          </a:xfrm>
          <a:prstGeom prst="rect">
            <a:avLst/>
          </a:prstGeom>
        </p:spPr>
      </p:pic>
      <p:sp>
        <p:nvSpPr>
          <p:cNvPr id="9" name="Google Shape;81;p6">
            <a:extLst>
              <a:ext uri="{FF2B5EF4-FFF2-40B4-BE49-F238E27FC236}">
                <a16:creationId xmlns:a16="http://schemas.microsoft.com/office/drawing/2014/main" id="{6B2857D8-81B6-9EA3-CA77-C981688806AA}"/>
              </a:ext>
            </a:extLst>
          </p:cNvPr>
          <p:cNvSpPr txBox="1"/>
          <p:nvPr/>
        </p:nvSpPr>
        <p:spPr>
          <a:xfrm>
            <a:off x="895525" y="337250"/>
            <a:ext cx="797138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univariée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z-index 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qui permet d’indiquer de combien un point de donnée s’écarte de la moyenne en termes d’écart type.</a:t>
            </a:r>
            <a:b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Sa formule est :       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Moyenne / écart-type.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L’application numérique nous donne une valeur de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1,20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qui pourrait se traduire par le fait que la moyenne du prix est environ 1,2 fois l’ecart type d’où une dispersion relative des prix.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13A1E5C3-748A-371F-0FED-854F1D5A0876}"/>
              </a:ext>
            </a:extLst>
          </p:cNvPr>
          <p:cNvSpPr txBox="1"/>
          <p:nvPr/>
        </p:nvSpPr>
        <p:spPr>
          <a:xfrm>
            <a:off x="819324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Utilisation des méthodes statistiques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5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L’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interval interquartile 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est une mesure de dispersion qui décrit l’étendue des valeurs centrales d’un jeu de données.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Sa formule est :      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IQR  = Q3 – Q1.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Q3 (3</a:t>
            </a:r>
            <a:r>
              <a:rPr lang="fr-FR" sz="1600" b="1" baseline="30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e</a:t>
            </a: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quartile) : 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Valeur en dessous de laquelle se trouve 75% des données</a:t>
            </a:r>
          </a:p>
          <a:p>
            <a:pPr marL="114300" indent="0">
              <a:buClr>
                <a:srgbClr val="999999"/>
              </a:buClr>
              <a:buNone/>
            </a:pP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Q1 (1er quartile) : 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Valeur en dessous de laquelle se trouve 25% des données.</a:t>
            </a:r>
            <a:endParaRPr lang="fr-FR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13A1E5C3-748A-371F-0FED-854F1D5A0876}"/>
              </a:ext>
            </a:extLst>
          </p:cNvPr>
          <p:cNvSpPr txBox="1"/>
          <p:nvPr/>
        </p:nvSpPr>
        <p:spPr>
          <a:xfrm>
            <a:off x="819324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Utilisation des méthodes statistiques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57127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Analyse du taux de marge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 </a:t>
            </a:r>
            <a:r>
              <a:rPr lang="fr-FR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taux de marge </a:t>
            </a: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est un indicateur de rentabilité qui mesure combien une entreprise gagne par rapport au prix d’achat d’un produit.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Sa formule est :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NB</a:t>
            </a: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: On prend le Hors taxe (HT) car cette marge permet de calculer réellement ce que l’entreprise a comme revenu.</a:t>
            </a:r>
            <a:endParaRPr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65892C-50A7-B9C3-E136-522F53F24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871" y="2571750"/>
            <a:ext cx="4816257" cy="6172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Analyse du taux de marge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570971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B0B1932-8E9F-EFF4-86CE-39F2DF26EA7D}"/>
              </a:ext>
            </a:extLst>
          </p:cNvPr>
          <p:cNvSpPr txBox="1"/>
          <p:nvPr/>
        </p:nvSpPr>
        <p:spPr>
          <a:xfrm>
            <a:off x="6408234" y="1642946"/>
            <a:ext cx="2646556" cy="199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cognac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le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whisky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sont très rentables car leur prix de vente est à peu près égal au double du prix d’achat.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L’huile d’olive par contre est moins rentable.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23D6C3-24AB-F0C1-DDAF-2B6427CF4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23" y="1604740"/>
            <a:ext cx="5366599" cy="320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08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13A1E5C3-748A-371F-0FED-854F1D5A0876}"/>
              </a:ext>
            </a:extLst>
          </p:cNvPr>
          <p:cNvSpPr txBox="1"/>
          <p:nvPr/>
        </p:nvSpPr>
        <p:spPr>
          <a:xfrm>
            <a:off x="819324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Matrice de corrélation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EB1A509-F08E-211D-8C87-1EC8661F0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12" y="1588800"/>
            <a:ext cx="5323773" cy="320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75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256388" y="1616268"/>
            <a:ext cx="820014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dirty="0">
                <a:solidFill>
                  <a:srgbClr val="4343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							</a:t>
            </a:r>
            <a:r>
              <a:rPr lang="fr-FR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Tableau explicatif</a:t>
            </a:r>
            <a:endParaRPr b="1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13A1E5C3-748A-371F-0FED-854F1D5A0876}"/>
              </a:ext>
            </a:extLst>
          </p:cNvPr>
          <p:cNvSpPr txBox="1"/>
          <p:nvPr/>
        </p:nvSpPr>
        <p:spPr>
          <a:xfrm>
            <a:off x="819324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HeatMap de corrélation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5A2C778-AFCC-52DB-228C-73261F130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689608"/>
              </p:ext>
            </p:extLst>
          </p:nvPr>
        </p:nvGraphicFramePr>
        <p:xfrm>
          <a:off x="330627" y="2031575"/>
          <a:ext cx="7769067" cy="3001093"/>
        </p:xfrm>
        <a:graphic>
          <a:graphicData uri="http://schemas.openxmlformats.org/drawingml/2006/table">
            <a:tbl>
              <a:tblPr/>
              <a:tblGrid>
                <a:gridCol w="2589689">
                  <a:extLst>
                    <a:ext uri="{9D8B030D-6E8A-4147-A177-3AD203B41FA5}">
                      <a16:colId xmlns:a16="http://schemas.microsoft.com/office/drawing/2014/main" val="2451840901"/>
                    </a:ext>
                  </a:extLst>
                </a:gridCol>
                <a:gridCol w="2589689">
                  <a:extLst>
                    <a:ext uri="{9D8B030D-6E8A-4147-A177-3AD203B41FA5}">
                      <a16:colId xmlns:a16="http://schemas.microsoft.com/office/drawing/2014/main" val="379813847"/>
                    </a:ext>
                  </a:extLst>
                </a:gridCol>
                <a:gridCol w="2589689">
                  <a:extLst>
                    <a:ext uri="{9D8B030D-6E8A-4147-A177-3AD203B41FA5}">
                      <a16:colId xmlns:a16="http://schemas.microsoft.com/office/drawing/2014/main" val="811901553"/>
                    </a:ext>
                  </a:extLst>
                </a:gridCol>
              </a:tblGrid>
              <a:tr h="203814">
                <a:tc>
                  <a:txBody>
                    <a:bodyPr/>
                    <a:lstStyle/>
                    <a:p>
                      <a:r>
                        <a:rPr lang="fr-FR" sz="1000" dirty="0"/>
                        <a:t>Variables comparées</a:t>
                      </a:r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Corrélation</a:t>
                      </a:r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Interprétation</a:t>
                      </a:r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22842"/>
                  </a:ext>
                </a:extLst>
              </a:tr>
              <a:tr h="1098372">
                <a:tc>
                  <a:txBody>
                    <a:bodyPr/>
                    <a:lstStyle/>
                    <a:p>
                      <a:r>
                        <a:rPr lang="fr-FR" sz="1000" b="1" dirty="0"/>
                        <a:t>stock_quantity / total_sales</a:t>
                      </a:r>
                      <a:endParaRPr lang="fr-FR" sz="1000" dirty="0"/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1" dirty="0"/>
                        <a:t>+0.44</a:t>
                      </a:r>
                      <a:endParaRPr lang="fr-FR" sz="1000" dirty="0"/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Corrélation modérément </a:t>
                      </a:r>
                      <a:r>
                        <a:rPr lang="fr-FR" sz="1000" b="1" dirty="0"/>
                        <a:t>positive</a:t>
                      </a:r>
                      <a:r>
                        <a:rPr lang="fr-FR" sz="1000" dirty="0"/>
                        <a:t> : plus il y a de stock, plus les ventes ont tendance à être élevées. </a:t>
                      </a:r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597940"/>
                  </a:ext>
                </a:extLst>
              </a:tr>
              <a:tr h="837741">
                <a:tc>
                  <a:txBody>
                    <a:bodyPr/>
                    <a:lstStyle/>
                    <a:p>
                      <a:r>
                        <a:rPr lang="fr-FR" sz="1000" b="1" dirty="0"/>
                        <a:t>price / total_sales</a:t>
                      </a:r>
                      <a:endParaRPr lang="fr-FR" sz="1000" dirty="0"/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1" dirty="0"/>
                        <a:t>-0.52</a:t>
                      </a:r>
                      <a:endParaRPr lang="fr-FR" sz="1000" dirty="0"/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Corrélation modérément </a:t>
                      </a:r>
                      <a:r>
                        <a:rPr lang="fr-FR" sz="1000" b="1" dirty="0"/>
                        <a:t>négative </a:t>
                      </a:r>
                      <a:r>
                        <a:rPr lang="fr-FR" sz="1000" dirty="0"/>
                        <a:t> : plus le prix est élevé, moins il y a de ventes. </a:t>
                      </a:r>
                    </a:p>
                    <a:p>
                      <a:r>
                        <a:rPr lang="fr-FR" sz="1000" dirty="0"/>
                        <a:t>Les clients achètent moins quand les prix augmentent.</a:t>
                      </a:r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854334"/>
                  </a:ext>
                </a:extLst>
              </a:tr>
              <a:tr h="848122">
                <a:tc>
                  <a:txBody>
                    <a:bodyPr/>
                    <a:lstStyle/>
                    <a:p>
                      <a:r>
                        <a:rPr lang="fr-FR" sz="1000" b="1" dirty="0"/>
                        <a:t>stock_quantity / price</a:t>
                      </a:r>
                      <a:endParaRPr lang="fr-FR" sz="1000" dirty="0"/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1" dirty="0"/>
                        <a:t>-0.09</a:t>
                      </a:r>
                      <a:endParaRPr lang="fr-FR" sz="1000" dirty="0"/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Corrélation </a:t>
                      </a:r>
                      <a:r>
                        <a:rPr lang="fr-FR" sz="1000" b="1" dirty="0"/>
                        <a:t>très faible négative</a:t>
                      </a:r>
                      <a:r>
                        <a:rPr lang="fr-FR" sz="1000" dirty="0"/>
                        <a:t> : il n’y a pas de relation significative entre la quantité de stock et le prix.</a:t>
                      </a:r>
                    </a:p>
                  </a:txBody>
                  <a:tcPr marL="64458" marR="64458" marT="32229" marB="32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64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923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782472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Remarques</a:t>
            </a:r>
            <a:endParaRPr dirty="0"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Durant la phase de nettoyage, j’ai remarqué plusieurs incohérences à savoir : 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Valeurs manquantes  et format non valide des clés primaires;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Présence de valeurs négatives pour les prix des produits et des quantités en stock;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Des articles n’ayant pas de clés primaires dans le fichier de liaison;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Plusieurs valeurs nulles dans le sku.</a:t>
            </a:r>
            <a:endParaRPr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Difficultés rencontrées</a:t>
            </a:r>
            <a:endParaRPr dirty="0"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Calcul du nombre d’articles qui représente 80% du chiffre d'affaires;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Calcul de la valorisation du stock;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Définition du seuil pour les articles « outliers » en prix.</a:t>
            </a:r>
            <a:endParaRPr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5066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 dirty="0"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Ce projet m’a fait apprendre de nouvelles notions telles que :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ü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L’utilisation de « </a:t>
            </a:r>
            <a:r>
              <a:rPr lang="fr-FR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Indicator = True </a:t>
            </a: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» dans la jointure pour voir d’où viennent les lignes du résultat;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ü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ü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Une meilleure compréhension du prix HT, taux de marge et la  loi de Pareto;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ü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ü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 z-index et l’interval interquartile qui ont été utilisées pour une meilleure analyse statistique des variables;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ü"/>
            </a:pP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ü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Savoir interpréter une matrice de corrélation.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ü"/>
            </a:pPr>
            <a:endParaRPr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751861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773</TotalTime>
  <Words>969</Words>
  <Application>Microsoft Office PowerPoint</Application>
  <PresentationFormat>Affichage à l'écran (16:9)</PresentationFormat>
  <Paragraphs>126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6" baseType="lpstr">
      <vt:lpstr>Arial</vt:lpstr>
      <vt:lpstr>Trebuchet MS</vt:lpstr>
      <vt:lpstr>Wingdings 3</vt:lpstr>
      <vt:lpstr>Calibri</vt:lpstr>
      <vt:lpstr>Montserrat</vt:lpstr>
      <vt:lpstr>Wingdings</vt:lpstr>
      <vt:lpstr>Courier New</vt:lpstr>
      <vt:lpstr>Helvetica 75 Bold</vt:lpstr>
      <vt:lpstr>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MBEUTOUM NYA Michele Christine DO/DOIDF</dc:creator>
  <cp:lastModifiedBy>MBEUTOUM NYA Michele Christine DO/DOIDF</cp:lastModifiedBy>
  <cp:revision>1</cp:revision>
  <dcterms:modified xsi:type="dcterms:W3CDTF">2025-06-06T07:55:45Z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Simple Light:3</vt:lpwstr>
  </property>
  <property fmtid="{D5CDD505-2E9C-101B-9397-08002B2CF9AE}" pid="3" name="ClassificationContentMarkingFooterText">
    <vt:lpwstr>Orange Restricted</vt:lpwstr>
  </property>
</Properties>
</file>